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Panduan Membuat Website di GitHub dengan Copilot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Dibuat dengan ChatGPT &amp; VS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Langkah 1: Buat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Buat akun GitHub</a:t>
            </a:r>
          </a:p>
          <a:p>
            <a:r>
              <a:t>- Klik New Repository</a:t>
            </a:r>
          </a:p>
          <a:p>
            <a:r>
              <a:t>- Beri nama repository, pilih Public</a:t>
            </a:r>
          </a:p>
          <a:p>
            <a:r>
              <a:t>- Centang Add README</a:t>
            </a:r>
          </a:p>
          <a:p>
            <a:r>
              <a:t>- Klik Create repository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Langkah 2: Persiapkan Git &amp; VS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Install Git</a:t>
            </a:r>
          </a:p>
          <a:p>
            <a:r>
              <a:t>- Install Visual Studio Code</a:t>
            </a:r>
          </a:p>
          <a:p>
            <a:r>
              <a:t>- Install GitHub Copilot Extension</a:t>
            </a:r>
          </a:p>
          <a:p>
            <a:r>
              <a:t>- Clone repository ke lokal</a:t>
            </a:r>
          </a:p>
          <a:p>
            <a:r>
              <a:t>- Buka dengan VS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Langkah 3: Struktur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Buat folder: index.html, style.css, script.js, images/</a:t>
            </a:r>
          </a:p>
          <a:p>
            <a:r>
              <a:t>- Siapkan layout dasar HTML</a:t>
            </a:r>
          </a:p>
          <a:p>
            <a:r>
              <a:t>- Gunakan komentar agar Copilot memberi saran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Langkah 4: Menulis HTML dengan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Buka index.html</a:t>
            </a:r>
          </a:p>
          <a:p>
            <a:r>
              <a:t>- Ketik komentar atau prompt</a:t>
            </a:r>
          </a:p>
          <a:p>
            <a:r>
              <a:t>- Tekan Tab untuk menerima saran</a:t>
            </a:r>
          </a:p>
          <a:p>
            <a:r>
              <a:t>- Contoh: header, menu, main content, footer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Langkah 5: Menambahkan Style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Buka style.css</a:t>
            </a:r>
          </a:p>
          <a:p>
            <a:r>
              <a:t>- Gunakan komentar agar Copilot menyarankan styling</a:t>
            </a:r>
          </a:p>
          <a:p>
            <a:r>
              <a:t>- Contoh: warna, layout, padding, font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Langkah 6: Upload ke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git add .</a:t>
            </a:r>
          </a:p>
          <a:p>
            <a:r>
              <a:t>- git commit -m 'Initial website with Copilot'</a:t>
            </a:r>
          </a:p>
          <a:p>
            <a:r>
              <a:t>- git push origin 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Langkah 7: Aktifkan GitHub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Buka Settings → Pages</a:t>
            </a:r>
          </a:p>
          <a:p>
            <a:r>
              <a:t>- Pilih Branch: main → /root</a:t>
            </a:r>
          </a:p>
          <a:p>
            <a:r>
              <a:t>- Klik Save</a:t>
            </a:r>
          </a:p>
          <a:p>
            <a:r>
              <a:t>- Website akan muncul di username.github.io/repository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